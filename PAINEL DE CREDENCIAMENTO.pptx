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8396B-EE7E-9B78-4579-037F7FF66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F8ADE8-610B-087E-50D1-1F86FE46F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47ADD7-7704-2D94-4FDE-D368BE9D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18474-BD5C-694A-B568-AE8121F61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199E42-228A-32E2-298E-83C9BFC8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83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81EC3-64FB-C489-B730-F5BF8A5F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81E18-F991-665D-CA1B-373E2E498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F1DB5-C180-CF33-FEE4-B6AC80FA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CCB03B-F30C-BCDC-D4BA-9042459C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4F0B23-F3F4-FE8A-8564-F56AAB33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80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5DAD0-98BE-5DB3-D935-C4705AAC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EAD256-6A89-7727-2419-1F7E2D42D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E87A28-AD1C-B484-5405-346D96E6E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E310CA-95F7-3D8A-C26B-80F25D83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4D1657-0BD0-35AA-F1D8-38C31D92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228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28342-E7C1-A2E9-93A9-71395F22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397064-5C3A-09E1-7E69-AC4DA87EC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6D5434-4CA2-DBF4-5E19-CADE1B9D3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135E18-4092-4F9D-3CF4-D8900BE7A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707B69-808A-B7CE-5FF8-1F3A60E3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B5EE44-8060-3227-7F84-EEFB4B4A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52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D4668-61FF-BCD4-FA44-81E6D5AD2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15052A-5E12-2E42-6C19-5F1D789C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A888D2-6B10-AE30-8DF3-F5FB1BCB5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F96A6A-F788-C332-8CF4-8E0615B72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29ABA6-CE4A-7CF4-B5B7-91A07A16D2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DA5C07-9396-FD2A-0F6A-597F679A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28BCC93-5A85-DDFC-D320-EFB90C57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66ABD04-6992-E012-F24E-434127FD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686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3E18B-5324-94C5-950F-7F2EB05A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B7C4F5-B1F4-F408-6FB4-65198785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789FB27-554F-678D-8FF1-CEC96FC3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C85CD1-0ED5-8941-46AE-6590878F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4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4EB3D88-690F-456D-8804-83D308F3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1CE84A-D105-1508-F1F7-007C7927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C4581A-848E-2CD7-D75F-B7FD71A5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9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6B6-4E85-0F26-3B07-BD7198883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087BEC-40D9-A973-D6B4-AE4ECC872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011535-2024-1050-970D-344A13CBF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656C7C-11EC-FA50-A967-74FF6EE5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6FEF0B-09D7-F783-3071-6606907F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44DD7E-C68A-BE77-BD57-706DF7F2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40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0C77E-868D-F65D-9B2C-ECA61F36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7C6E44-4145-9031-82C9-9E9763EFC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9936B7-F131-3502-9AA7-F523FA92B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6E7C5B-7196-3FF6-2830-E1DE0F79E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47CE85-6865-19F0-6828-A6F958BE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4F732B-EE0E-49C4-072C-EA25D5CA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4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FBCE3-153C-6B78-7DA3-9AABB377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A1A509-2C7C-76F6-FF00-8909EE688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A2A7E3-AA7B-CFA9-57E7-C8C36C9E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55A372-0D55-CC6D-D55A-DF089EC8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593952-53EC-1CC5-05B2-78B745A8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25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799DA5-7B5A-FC60-467E-EC94A8C23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DE2537-3259-812E-7E24-550AC9977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B84AEB-6EB6-A3A4-CC01-B43F5A78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07ECC-0CB1-A3B9-139F-4F210CE7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D663F3-FF8A-9FAF-047D-EE4571A8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19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935D7CD-D9E6-C273-404E-5FD34784C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C1166D-4317-FBA0-9E00-DCA21790B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1DEA67-2DE2-825E-98A0-B10B5FC8D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F7580-80E5-4FA2-A035-F3E11CEC382F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6F2835-93AD-316A-2E56-D4C422AF3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9BBF12-CBB3-F1F2-790C-67402562C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C2329-1672-4F2D-AB8D-3DEB2E54E1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190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2364925-8D52-23AE-00B5-98569CA91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85831"/>
            <a:ext cx="12192001" cy="538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82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>Banco Volkswagen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Andrade, Matheus de Oliveira (EXTERN)</dc:creator>
  <cp:lastModifiedBy>Andrade, Matheus de Oliveira (EXTERN)</cp:lastModifiedBy>
  <cp:revision>2</cp:revision>
  <dcterms:created xsi:type="dcterms:W3CDTF">2025-11-24T20:28:20Z</dcterms:created>
  <dcterms:modified xsi:type="dcterms:W3CDTF">2025-12-08T13:47:39Z</dcterms:modified>
</cp:coreProperties>
</file>